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28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1. Overview of the KOTHA Framework. Module K (Counterfactual Power Simulation) quantifies risk-profile shift and estimates power under counterfactual enrollment scenarios. Module T (Bayesian Evidence Integration) combines RCT and observational evidence using power-prior discounting. Module H (Guideline Interpreter) synthesizes outputs into a structured GRADE-compatible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2. Risk-profile shift in the magnesium-in-AMI case. (A) Control-group mortality rates over time, with bubble size proportional to study sample size and colors indicating era. (B) Weighted mean control mortality by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320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3. Estimated power by enrollment scenario and true effect size. (A) Magnesium in AMI at the ISIS-4 sample size (N = 58,050). (B) Statins in HF at the combined RCT sample size (N = 9,585). S1 = real-world/observational event rate; S2 = RCT event rate; S3 = intermediate/enriched rate. Horizontal dashed lines indicate 80%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fores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54498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4. Forest plots for (A) magnesium in AMI and (B) statins in heart failure. Individual study effect estimates are shown with 95% confidence intervals. Pooled estimates include frequentist random-effects and Bayesian integrated estimates at selected discounting levels (α = 0.3, 0.5, 1.0 for magnesium; 0.1, 0.3, 0.5 for statins).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