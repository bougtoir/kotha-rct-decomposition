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-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-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-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&gt;&gt;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Supplementary Figure S1a</a:t>
            </a:r>
          </a:p>
        </p:txBody>
      </p:sp>
      <p:pic>
        <p:nvPicPr>
          <p:cNvPr id="3" name="Picture 2" descr="figS1a_trace_mcmc_magnes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37846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Supplementary Figure S1a. MCMC trace plots for selected parameters in the Bayesian power-prior model for magnesium in acute myocardial infarction (discounting factor alpha = 0.3). Chains show no obvious non-stationarity.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Supplementary Figure S1b</a:t>
            </a:r>
          </a:p>
        </p:txBody>
      </p:sp>
      <p:pic>
        <p:nvPicPr>
          <p:cNvPr id="3" name="Picture 2" descr="figS1b_trace_mcmc_stat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38147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Supplementary Figure S1b. MCMC trace plots for selected parameters in the Bayesian power-prior model for statins in heart failure (discounting factor alpha = 0.3). Chains show no obvious non-stationarity.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Supplementary Figure S2</a:t>
            </a:r>
          </a:p>
        </p:txBody>
      </p:sp>
      <p:pic>
        <p:nvPicPr>
          <p:cNvPr id="3" name="Picture 2" descr="fig5_tsa_magnes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619282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Supplementary Figure S2. Trial sequential analysis for magnesium in AMI. The cumulative Z-curve is plotted against cumulative events. Vertical dashed line indicates the optimal information size (OIS). Curved lines show O'Brien-Fleming monitoring boundaries.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Supplementary Figure S3</a:t>
            </a:r>
          </a:p>
        </p:txBody>
      </p:sp>
      <p:pic>
        <p:nvPicPr>
          <p:cNvPr id="3" name="Picture 2" descr="fig7_sensitivity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2474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Supplementary Figure S3. Sensitivity analysis of Bayesian integration to the discounting parameter alpha. (A) Magnesium in AMI. (B) Statins in HF. Three posterior probability thresholds are shown: P(effect &lt; 1.0), P(effect &lt; 0.90), and P(effect &lt; 0.80). Horizontal dashed line indicates 95% probability.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Supplementary Figure S4</a:t>
            </a:r>
          </a:p>
        </p:txBody>
      </p:sp>
      <p:pic>
        <p:nvPicPr>
          <p:cNvPr id="3" name="Picture 2" descr="fig8_module_h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97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Supplementary Figure S4. Module H assessment comparison: standard GRADE vs. KOTHA-enhanced evaluation for both illustrative cases. Color coding indicates severity of concern (green = no concern, yellow = moderate, red = serious).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