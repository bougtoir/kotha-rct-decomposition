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S1a</a:t>
            </a:r>
          </a:p>
        </p:txBody>
      </p:sp>
      <p:pic>
        <p:nvPicPr>
          <p:cNvPr id="3" name="Picture 2" descr="figS1a_trace_mcmc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37846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S1a. MCMC trace plots for selected parameters in the Bayesian power-prior model for magnesium in acute myocardial infarction (discounting factor α = 0.3). Chains show no obvious non-stationarity.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S1b</a:t>
            </a:r>
          </a:p>
        </p:txBody>
      </p:sp>
      <p:pic>
        <p:nvPicPr>
          <p:cNvPr id="3" name="Picture 2" descr="figS1b_trace_mcmc_stat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38147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S1b. MCMC trace plots for selected parameters in the Bayesian power-prior model for statins in heart failure (discounting factor α = 0.3). Chains show no obvious non-stationarity.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S2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28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S2.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S3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7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S3. Sensitivity analysis of Bayesian integration to the discounting parameter α.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Supplementary Figure S4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97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Supplementary Figure S4.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