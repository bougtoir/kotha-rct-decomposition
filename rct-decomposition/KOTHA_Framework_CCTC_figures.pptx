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-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-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8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8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00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53546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plots for (A) magnesium in AMI and (B) statins in heart failure. Individual study effect estimates are shown with 95% confidence intervals. Pooled estimates include frequentist random-effects and Bayesian integrated estimates at selected discounting levels (alpha = 0.3, 0.5, 1.0 for magnesium; 0.1, 0.3, 0.5 for statins).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tsa_magne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61928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5. Trial sequential analysis for magnesium in AMI. The cumulative Z-curve is plotted against cumulative events. Vertical dashed line indicates the optimal information size (OIS). Curved lines show O'Brien-Fleming monitoring boundaries.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6</a:t>
            </a:r>
          </a:p>
        </p:txBody>
      </p:sp>
      <p:pic>
        <p:nvPicPr>
          <p:cNvPr id="3" name="Picture 2" descr="fig7_sensitivi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74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6. Sensitivity analysis of Bayesian integration to the discounting parameter alpha. (A) Magnesium in AMI. (B) Statins in HF. Three posterior probability thresholds are shown: P(effect &lt; 1.0), P(effect &lt; 0.90), and P(effect &lt; 0.80). Horizontal dashed line indicates 95% probability.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7</a:t>
            </a:r>
          </a:p>
        </p:txBody>
      </p:sp>
      <p:pic>
        <p:nvPicPr>
          <p:cNvPr id="3" name="Picture 2" descr="fig8_module_h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9784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7. Module H assessment comparison: standard GRADE vs. KOTHA-enhanced evaluation for both illustrative cases. Color coding indicates severity of concern (green = no concern, yellow = moderate, red = serious).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