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6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51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12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plot_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108998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 for magnesium in AMI. Individual study odds ratios are shown with 95% confidence intervals, color-coded by era. Pooled estimates include frequentist random-effects (pre-ISIS-4 and all trials) and Bayesian integrated estimates at selected discounting levels (α = 0.3, 0.5, 1.0).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8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5.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6_forest_stat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9050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6. Forest plot for statins in heart failure. Individual study hazard ratios are shown with 95% confidence intervals, grouped by design. Pooled estimates include design-specific frequentist pooling and KOTHA-integrated estimates at selected discounting levels (α = 0.1, 0.3, 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7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51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7. Sensitivity analysis of Bayesian integration to the discounting parameter α.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8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55961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8.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